
<file path=[Content_Types].xml><?xml version="1.0" encoding="utf-8"?>
<Types xmlns="http://schemas.openxmlformats.org/package/2006/content-types">
  <Default Extension="emf" ContentType="image/x-emf"/>
  <Default Extension="eps" ContentType="image/ep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11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0DD"/>
    <a:srgbClr val="F78800"/>
    <a:srgbClr val="EB69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700"/>
  </p:normalViewPr>
  <p:slideViewPr>
    <p:cSldViewPr snapToGrid="0">
      <p:cViewPr varScale="1">
        <p:scale>
          <a:sx n="113" d="100"/>
          <a:sy n="113" d="100"/>
        </p:scale>
        <p:origin x="1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60A5E-DF83-5B15-608A-F2B57DA6B4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3A29C-B9C8-5298-F3DA-714DD09F58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5170B-05E9-1D45-8CB0-DE087C1C8547}" type="datetimeFigureOut">
              <a:rPr lang="en-PT" smtClean="0"/>
              <a:t>10/19/26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26C6C-1B16-B44D-FF5B-95EE7BF6A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9294E-FD72-4611-4D59-FFF6289E84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261B6-5563-DA4D-A712-1AE52F04309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928329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1DF22-9621-264B-A3A7-05BB8E854398}" type="datetimeFigureOut">
              <a:rPr lang="en-PT" smtClean="0"/>
              <a:t>10/19/26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F94B2-BE0B-5345-B1E7-43A676FEDFDC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087480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E967-DF52-BABF-44DD-339FF2DA3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D3187-CFBC-7DFB-44C8-B71979650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BA7A6-0487-23F3-D3EF-FA8C6C94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412A-229A-8E44-A3F9-034F4B914378}" type="datetime1">
              <a:rPr lang="en-US" smtClean="0"/>
              <a:t>10/19/26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33FA9-0D51-94E2-3E09-8EB82D61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2888-F6B5-2D51-3B0F-0A6E7AEB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3581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38751C-2753-4AD5-0097-6FB89721C3F8}"/>
              </a:ext>
            </a:extLst>
          </p:cNvPr>
          <p:cNvCxnSpPr/>
          <p:nvPr userDrawn="1"/>
        </p:nvCxnSpPr>
        <p:spPr>
          <a:xfrm>
            <a:off x="-2431" y="6310629"/>
            <a:ext cx="1879600" cy="0"/>
          </a:xfrm>
          <a:prstGeom prst="line">
            <a:avLst/>
          </a:prstGeom>
          <a:ln w="15240">
            <a:solidFill>
              <a:srgbClr val="00A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D9AEC45-3640-5262-23ED-B23050AE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C84E1D-9DA6-6B4F-7596-69CCE2777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85003"/>
            <a:ext cx="6935492" cy="1033907"/>
          </a:xfrm>
        </p:spPr>
        <p:txBody>
          <a:bodyPr anchor="t" anchorCtr="0">
            <a:normAutofit/>
          </a:bodyPr>
          <a:lstStyle>
            <a:lvl1pPr>
              <a:defRPr lang="en-PT" sz="3300" b="1" smtClean="0"/>
            </a:lvl1pPr>
          </a:lstStyle>
          <a:p>
            <a:r>
              <a:rPr lang="en-PT" sz="3300" b="1">
                <a:latin typeface="+mn-lt"/>
              </a:rPr>
              <a:t>INSERIR TÍTULO DO SLIDE NESTA CAIXA DE TEXTO</a:t>
            </a:r>
            <a:endParaRPr lang="en-PT" sz="3300" b="1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D1414D-6F09-8C89-4B93-3CE27D06CA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4423" y="365125"/>
            <a:ext cx="1649232" cy="636832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6F5086C-285B-18C6-7241-C111CE8A4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792240"/>
            <a:ext cx="10964863" cy="4518389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GB" sz="1400" b="0" i="0" kern="1200" dirty="0" smtClean="0">
                <a:solidFill>
                  <a:srgbClr val="000000"/>
                </a:solidFill>
                <a:effectLst/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>
              <a:spcBef>
                <a:spcPts val="750"/>
              </a:spcBef>
              <a:spcAft>
                <a:spcPts val="1125"/>
              </a:spcAft>
            </a:pP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Lorem ipsum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dolor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sit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amet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consectetur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adipiscing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elit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Aliquam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maximus lorem in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velit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varius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consequat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Integer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condimentum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justo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a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venenatis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consectetur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nisi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dolor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congue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felis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eu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tempor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lorem nunc ac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nulla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Sed non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elit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dolor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Lorem ipsum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dolor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sit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amet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consectetur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adipiscing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elit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Aliquam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maximus lorem in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velit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varius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consequat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Integer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condimentum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justo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a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venenatis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consectetur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nisi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dolor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congue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felis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,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eu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tempor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lorem nunc ac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nulla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Sed non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elit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GB" sz="2800" b="0" i="0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dolor</a:t>
            </a:r>
            <a:r>
              <a:rPr lang="en-GB" sz="2800" b="0" i="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. </a:t>
            </a:r>
            <a:endParaRPr lang="en-GB" sz="28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777153E-FD65-8F2F-BC72-6074190FA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412477"/>
            <a:ext cx="5429250" cy="342900"/>
          </a:xfrm>
        </p:spPr>
        <p:txBody>
          <a:bodyPr>
            <a:noAutofit/>
          </a:bodyPr>
          <a:lstStyle>
            <a:lvl1pPr>
              <a:buNone/>
              <a:defRPr lang="en-US" sz="900" kern="1200" spc="30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INSERIR SERVIÇO OU UNIDADE ORGÂNICA</a:t>
            </a:r>
          </a:p>
        </p:txBody>
      </p:sp>
    </p:spTree>
    <p:extLst>
      <p:ext uri="{BB962C8B-B14F-4D97-AF65-F5344CB8AC3E}">
        <p14:creationId xmlns:p14="http://schemas.microsoft.com/office/powerpoint/2010/main" val="44333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8CD6-C4E5-3332-8988-76867998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8504A-8EAA-21A8-F807-708779729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6E11-579F-34F1-933D-DACDB6E5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22AF-BB5B-274F-9BE8-D0029B50AD62}" type="datetime1">
              <a:rPr lang="en-US" smtClean="0"/>
              <a:t>10/19/26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B89F6-0DD2-0020-8CAE-4116F28C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49BA3-5952-8B02-6922-1042D5EEE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3932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30D4-A964-092C-234B-2F45983C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B013D-11DE-F18C-DC07-3AE605E53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351C-507A-8114-E2AF-056F3B2F5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52D93-6965-5129-44FA-08FDE59C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B7E8-D208-3E42-8957-11C3D712C958}" type="datetime1">
              <a:rPr lang="en-US" smtClean="0"/>
              <a:t>10/19/26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4AF5E-A926-DFB2-C84D-B3DDAC60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796F5-C6B9-9BC8-1028-CFD9848B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8628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D83E-D307-A791-47EE-3044992D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D0278-E7F4-425E-62C4-72745DA9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A2D8F-B701-230C-79EB-C9039C6F1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21363-1659-21CC-E615-6B419A9A4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741E5-7261-16CA-2493-B0AB174DB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D9C9A-BA37-2C92-DAD5-7DD4CB1E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06-ACE0-0D49-B9D1-CA7861B04863}" type="datetime1">
              <a:rPr lang="en-US" smtClean="0"/>
              <a:t>10/19/26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2342C4-3B4F-FFB3-27D5-461EB94D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8FD10-B3F0-F268-C78B-98262DC7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2651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3DF5-B4CB-36C9-5CA1-5A28E9E0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C827C-D117-91ED-3664-A8B571B2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1DC4-09E5-0B41-9D6F-50E0E5E2515C}" type="datetime1">
              <a:rPr lang="en-US" smtClean="0"/>
              <a:t>10/19/26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10A33-D78D-3E9E-F5B0-153203FC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6E013-E30A-C5DA-3C08-BAD4F2C1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701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E5DB3C-2BE5-21E2-DDF5-B9FBA316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0A2D5-C2CF-D443-A37F-656DE544C471}" type="datetime1">
              <a:rPr lang="en-US" smtClean="0"/>
              <a:t>10/19/26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67A3E-EEBC-3813-C0CF-DFDC3521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5857A-92BB-9D57-16DA-B4912204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3876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1285-AE4E-0074-F7F3-3169FBB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9E761-455B-C89B-3DC6-3D1C9746B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AB0DD-78DA-DE1F-A142-412477E54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D976A-AEFF-2755-3B12-5044486B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58B2-502B-254B-AE5C-DAE35E909506}" type="datetime1">
              <a:rPr lang="en-US" smtClean="0"/>
              <a:t>10/19/26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38FA6-1EC3-C1FD-C811-08F618CB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22007-99CA-8EC7-42D3-165208A0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420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F392-55A4-30C5-81EE-F1C418712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AD03D-24D0-8913-964D-728ABC37B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35E6F-DC5C-3A08-4C24-EAA2001A1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4039-537D-CDF4-70C9-18A90869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5903-577B-5C40-9673-F5FE4F154AD3}" type="datetime1">
              <a:rPr lang="en-US" smtClean="0"/>
              <a:t>10/19/26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D8AFE-C13B-71EA-859E-78339A11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C6F53-2CB1-41B8-D015-31B29D9C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545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6D30-78BE-B8B8-E71A-8940AA87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35701-9BB6-285A-9E89-6E15FCDFB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5FB83-D1E3-3176-28D0-EDA5D232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9A891-FA0E-F64D-88C3-389A7BAC0662}" type="datetime1">
              <a:rPr lang="en-US" smtClean="0"/>
              <a:t>10/19/26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FDB85-F126-8AC9-75E9-F7326B02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F7425-3386-AE3D-52B1-99FD6FBC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49673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92DF5A-4F7C-7E60-6793-469750C83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D07BA-C615-7D03-9A98-DF84CD113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F7734-3DCB-62D2-2D94-A4CDF03D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B946-3234-9B42-A210-5595D0EE351C}" type="datetime1">
              <a:rPr lang="en-US" smtClean="0"/>
              <a:t>10/19/26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443B4-343C-D759-BFAA-ED5E4F92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910FE-AA6F-E504-5E5A-4D023A8C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9272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D3656-6D59-906F-15AD-432964AA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1E352-D6F6-B77F-C740-F962CCE6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2DAC-BA6E-2626-04D7-004554F00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C9417-F25B-3E42-A650-59EFE03F3DC3}" type="datetime1">
              <a:rPr lang="en-US" smtClean="0"/>
              <a:t>10/19/26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9B6FD-74DE-2262-7A7B-F8D33E78F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INSERIR SERVIÇO OU UNIDADE ORGÂNICA (UO)  |   CONTACTO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42CBE-88CD-CAEA-F0C5-35B07579B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465BE-1386-EA44-8495-9571C150BFED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990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C068B-9860-9EA0-47D9-DD81B01E5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9D1C-439E-F869-BCFE-E3DA5C823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28" y="2884960"/>
            <a:ext cx="8138983" cy="2190922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>
                <a:latin typeface="+mn-lt"/>
              </a:rPr>
              <a:t>{{TITLE}}</a:t>
            </a:r>
            <a:endParaRPr lang="en-PT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48765-D78A-FE1A-D020-9231286DE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28" y="5188771"/>
            <a:ext cx="9144000" cy="395417"/>
          </a:xfrm>
        </p:spPr>
        <p:txBody>
          <a:bodyPr>
            <a:noAutofit/>
          </a:bodyPr>
          <a:lstStyle/>
          <a:p>
            <a:pPr algn="l"/>
            <a:r>
              <a:rPr lang="en-PT" sz="2500" b="1" dirty="0">
                <a:solidFill>
                  <a:schemeClr val="bg1"/>
                </a:solidFill>
              </a:rPr>
              <a:t>{{SUBTITLE}}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4365C0-46E0-C46A-0FCC-E01DE51A6BAF}"/>
              </a:ext>
            </a:extLst>
          </p:cNvPr>
          <p:cNvSpPr txBox="1">
            <a:spLocks/>
          </p:cNvSpPr>
          <p:nvPr/>
        </p:nvSpPr>
        <p:spPr>
          <a:xfrm>
            <a:off x="659027" y="6476999"/>
            <a:ext cx="10987949" cy="319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kern="1300" spc="600" dirty="0"/>
              <a:t>{{SERVICE}} </a:t>
            </a:r>
            <a:r>
              <a:rPr lang="en-GB" sz="1300" kern="1300" spc="600" dirty="0">
                <a:solidFill>
                  <a:srgbClr val="00B0F0"/>
                </a:solidFill>
              </a:rPr>
              <a:t>|</a:t>
            </a:r>
            <a:r>
              <a:rPr lang="en-GB" sz="1300" kern="1300" spc="600" dirty="0"/>
              <a:t> {{DATE}}</a:t>
            </a:r>
            <a:endParaRPr lang="en-PT" sz="1300" kern="1300" spc="600" dirty="0"/>
          </a:p>
        </p:txBody>
      </p:sp>
    </p:spTree>
    <p:extLst>
      <p:ext uri="{BB962C8B-B14F-4D97-AF65-F5344CB8AC3E}">
        <p14:creationId xmlns:p14="http://schemas.microsoft.com/office/powerpoint/2010/main" val="144720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91C7-70B6-5CF0-2723-63F2BDA8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765" y="2912046"/>
            <a:ext cx="4540470" cy="1033907"/>
          </a:xfrm>
        </p:spPr>
        <p:txBody>
          <a:bodyPr anchor="t" anchorCtr="0">
            <a:normAutofit/>
          </a:bodyPr>
          <a:lstStyle/>
          <a:p>
            <a:pPr algn="ctr"/>
            <a:r>
              <a:rPr lang="en-PT" sz="3300" dirty="0">
                <a:solidFill>
                  <a:srgbClr val="00A0DD"/>
                </a:solidFill>
                <a:latin typeface="+mn-lt"/>
              </a:rPr>
              <a:t>{{CLOSING}}</a:t>
            </a:r>
          </a:p>
        </p:txBody>
      </p:sp>
    </p:spTree>
    <p:extLst>
      <p:ext uri="{BB962C8B-B14F-4D97-AF65-F5344CB8AC3E}">
        <p14:creationId xmlns:p14="http://schemas.microsoft.com/office/powerpoint/2010/main" val="358978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Câmara</dc:creator>
  <cp:lastModifiedBy>Filipe Magno Quintal</cp:lastModifiedBy>
  <cp:revision>33</cp:revision>
  <dcterms:created xsi:type="dcterms:W3CDTF">2025-02-05T17:12:13Z</dcterms:created>
  <dcterms:modified xsi:type="dcterms:W3CDTF">2026-10-19T14:16:18Z</dcterms:modified>
</cp:coreProperties>
</file>